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notesMasterIdLst>
    <p:notesMasterId r:id="rId10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00" Type="http://schemas.openxmlformats.org/officeDocument/2006/relationships/slideMaster" Target="slideMasters/slideMaster1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สวัสดีครับ/ค่ะ วันนี้ขอนำเสนอ Water Operation KM Dashboard ระบบที่รวบรวมองค์ความรู้และข้อมูลการเดินระบบสูบส่ง-สูบจ่ายน้ำของ กคจ. ไว้ในเว็บเดียว เข้าถึงได้จากทุกอุปกรณ์โดยไม่ต้องติดตั้งโปรแกรม เป้าหมายคือรวมความรู้ที่เคยกระจัดกระจายและข้อมูลเรียลไทม์มาไว้ในจอเดียว ใช้ได้จริงทั้งการบริหารและการปฏิบัติงาน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จุดเริ่มต้นมาจากปัญหาจริง 4 ข้อ หนึ่ง ความรู้อยู่ในตัวเจ้าหน้าที่อาวุโส เกษียณหรือย้ายก็หายไป สอง ข้อมูลสำคัญอยู่คนละระบบต้องเปิดหลายจอ สาม การรับส่งเวรยังใช้กระดาษ ผู้บริหารไม่เห็นสถานะสดพร้อมกัน สี่ เราจึงอยากได้จอเดียวที่รวมทุกอย่าง เห็นค่าปัจจุบัน และเก็บความรู้ส่งต่อได้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ภาพใหญ่ของระบบ เริ่มจากโรงผลิตน้ำ 4 แห่ง กำลังผลิตรวม 6.32 ล้านลูกบาศก์เมตรต่อวัน ส่งผ่านอุโมงค์ 4 เส้น เข้าสู่สถานีสูบจ่าย 10 แห่ง แล้วกระจายสู่พื้นที่จ่ายน้ำระดับ DMA ความต้องการใช้จริงราว 5 ล้าน มีจุดวัด RTU 236 จุด ทั้งหมดเห็นได้ในหน้า Overview หน้าเดียว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ระบบแบ่งเป็น 7 โมดูลหลัก Overview ภาพรวม System Map จอ Smart Tunnel เรียลไทม์ Main Transmission อุโมงค์ส่งน้ำ Pumping Stations 10 สถานีละเอียด RTU Monitoring เฝ้าจุดวัด Shift Handover รับส่งเวร และ KM Library คลังความรู้ ทุกโมดูลเชื่อมกัน กดข้ามหน้าได้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จุดเด่นแรกคือเห็นค่าปัจจุบัน หน้า Overview ตารางระดับถัง 10 สถานีอัปเดตจริงจาก SCADA ทุก 30 วินาที เห็นสมดุลน้ำทั้งระบบในพริบตา หน้า Pumping Stations ลงลึกรายสถานี มีแรงดัน อัตราจ่าย พื้นที่จ่ายน้ำ และ RTU ในโซน ระบบบอกชัดว่าเป็นค่าสดหรือ Snapshot ไม่ทำให้เข้าใจผิด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จุดเด่นที่สองคือ System Map เราจำลองจอ Smart Tunnel ที่ใช้ในห้องควบคุมมาไว้ในเว็บแบบเหมือนจริง ทั้งผังอุโมงค์ ถัง ปั๊ม แรงดัน วาล์ว RCV ดึงค่าสดทุก 5 วินาทีจากเซิร์ฟเวอร์เดียวกับจอจริง เปิดดูได้จากทุกที่ในเครือข่าย ไม่ต้องนั่งหน้าจอห้องควบคุม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จุดเด่นที่สามคือเฝ้าระวัง RTU ทะเบียนจริง 236 จุด เพิ่มสถานะ Alarm รายตัวแบบสด สีเขียวปกติ แดง Alarm ม่วงหลุดเทรนด์ พร้อมสรุปนับรวม ค้นและกรองได้ครบ มีขนาดท่อและทิศทางการไหลจากทะเบียนจริง ช่วยให้ทีมโฟกัสจุดที่ต้องดูแลได้เร็ว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จุดเด่นที่สี่ ใช้ได้จริงทุกกะ คือรับส่งเวร ผู้บริหารเปิดบอร์ดเดียวเห็นสถานะเวรทั้ง 10 สถานี เจ้าหน้าที่กดปุ่มดึงค่าสด ระบบเติมค่าจาก SCADA ให้ จบกะกดปุ่มเดียวพิมพ์ใบส่ง-รับเวรทั้งระบบ บันทึก PDF ได้เลย งานค้างที่ยังไม่ปิดยกยอดไปเวรถัดไปอัตโนมัติ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จุดเด่นที่ห้าคือหัวใจของ KM คลังความรู้จากงานจริงกว่า 42 เรื่อง ทั้งปรัชญาการเดินระบบ ไฮดรอลิก SCADA RTU RCV และการจัดการวิกฤต เจ้าหน้าที่เพิ่มและค้นเองได้ นี่คือการเปลี่ยนความรู้ในตัวบุคคลให้เป็นสินทรัพย์ขององค์กรที่ส่งต่อได้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ความปลอดภัยข้อมูลเราให้ความสำคัญตั้งแต่ออกแบบ ค่าจริงจาก SCADA แสดงเฉพาะเมื่อเปิดจากภายในเครือข่าย MWA เว็บสาธารณะไม่เก็บค่าจริงในไฟล์เลย ภายนอกเห็นเพียงโครงหน้าและข้อมูลอ้างอิง ดึงค่าสดด้วยโค้ดฝั่งผู้ใช้ ไม่มีการส่งข้อมูลภายในออกไป และทุกหน้ามีป้ายบอกว่าค่าสดหรือ Snapshot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เชิงเทคนิค ระบบเบาและยืดหยุ่น ทั้งเว็บอยู่ในไฟล์เดียว ไม่ต้องติดตั้งเซิร์ฟเวอร์หรือฐานข้อมูล เปิดได้ทุกอุปกรณ์ วางบน GitHub Pages หรือในอินทราเน็ตเพื่อค่าสดเต็มรูปแบบ อัปเดตแล้วเผยแพร่ใน 1-2 นาที เชื่อม SCADA ด้วย endpoint เดียวกับจอจริงจึงไม่กระทบระบบเดิม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ก้าวต่อไป เรื่องคุณค่าสูงสุดคือระบบแจ้งเตือนอัตโนมัติ เด้งเตือนเมื่อถังต่ำวิกฤต ใกล้ล้น หรือจ่ายออกมากกว่ารับเข้า ต่อมาคือกราฟย้อนหลัง การเชื่อม MQTT รับแจ้งเตือน RTU การวางระบบในอินทราเน็ตเพื่อค่าสดเต็มรูปแบบ และการยืนยันข้อมูลกับ กคจ. ให้เป็นทางการ พร้อมพัฒนาต่อตามที่ท่านเห็นควร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r>
              <a:rPr lang="th-TH" sz="1400" dirty="0"/>
              <a:t>สรุป Water Operation KM Dashboard คือจอเดียวที่รวมทุกอย่าง ความรู้ ค่าสด การเฝ้าระวัง และการรับส่งเวร พร้อมใช้จริงแล้ววันนี้และต่อยอดได้อีกมาก ขอบคุณท่านผู้บริหารและทุกท่านที่ให้เวลารับฟัง ยินดีรับข้อเสนอแนะครับ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000">
          <a:solidFill>
            <a:schemeClr val="tx1"/>
          </a:solidFill>
          <a:latin typeface="+mn-lt"/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Water Operation KM Dashboard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ระบบจัดการองค์ความรู้และเฝ้าระวังงานสูบส่ง–สูบจ่ายน้ำ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การประปานครหลวง · กองควบคุมระบบส่งและสูบจ่ายน้ำ (กคจ.)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รวม SCADA · RTU · แผนผังระบบ · การรับส่งเวร ไว้ในที่เดียว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ทำไมต้องมีระบบนี้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องค์ความรู้กระจัดกระจาย อยู่ในตัวบุคคลและเอกสารหลายที่ เสี่ยงสูญหายเมื่อเปลี่ยนกำลังพล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ข้อมูล SCADA · แผนผัง · ทะเบียน RTU · ข้อมูลสถานี อยู่คนละระบบ เปิดข้ามกันยาก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การรับส่งเวรใช้กระดาษ ผู้บริหารเห็นภาพรวมสดไม่ได้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ต้องการจอเดียวที่รวมทุกอย่าง เห็นค่าสด และส่งต่อความรู้ได้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ภาพรวมระบบน้ำ: ผลิต → ส่ง → จ่าย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โรงผลิตน้ำ 4 แห่ง (BK · MH · SS · TB) — กำลังผลิตรวม 6.32 ล้าน ลบ.ม./วัน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อุโมงค์ส่งน้ำ 4 เส้น (MH · TR1–TR3)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สถานีสูบจ่าย 10 แห่ง → พื้นที่จ่ายน้ำระดับ DMA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ความต้องการใช้จริง ~5 ล้าน ลบ.ม./วัน · จุดวัด RTU 236 จุด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7 โมดูลในเว็บเดียว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Overview — ภาพรวมผลิต–ส่ง–จ่าย ระดับถัง เส้นทางจ่ายน้ำ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System Map — จอ Smart Tunnel เหมือนจอจริง ค่าสดเรียลไทม์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Main Transmission — อุโมงค์ส่งน้ำ 4 ระบบ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Pumping Stations — 10 สถานี ค่าสด + พื้นที่จ่าย + RTU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RTU Monitoring — ทะเบียน 236 จุด + สถานะ Alarm สด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Shift Handover — รับส่งเวรดิจิทัล + พิมพ์ใบเวร   ·   KM Library — คลังความรู้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จุดเด่น 1 — Overview &amp; Pumping Stations (ค่าสด)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ระดับถัง 10 สถานี: ระดับน้ำ · % ความจุ · รับเข้า · จ่ายออก อัปเดตทุก 30 วินาที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รายสถานีเชิงลึก: แรงดัน · อัตราจ่าย · พื้นที่จ่ายน้ำ · RTU ในโซน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ป้ายบอกชัด: ค่าสด (ในเครือข่าย MWA) หรือ Snapshot (ภายนอก)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จุดเด่น 2 — System Map เรียลไทม์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เลย์เอาต์เหมือนจอ tunnel.php ของ กคจ. แบบเป๊ะ — ผังอุโมงค์ ถัง ปั๊ม แรงดัน RCV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ดึงค่าสดทุก 5 วินาที ตรงกับจอห้องควบคุม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ปั๊มที่เดินขึ้นสีแดง ระดับถังขยับตามจริง ทิศทางการไหลคำนวณสด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เปิดดูได้จากทุกที่ในเครือข่าย MWA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จุดเด่น 3 — RTU Monitoring (236 จุด + Alarm สด)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สถานะ Alarm รายตัวดึงสด: ปกติ / Alarm / หลุดเทรนด์ พร้อมสรุปนับรวม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ค้นหา/กรอง: รหัส · สาขา · ประเภท (P/U/UZ) · สถานะ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ขนาดท่อ + ทิศทางการไหลจากทะเบียนจริง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ตัวถอดรหัสชื่อ RTU · เส้นทาง DNP3 → OPC → SCADA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จุดเด่น 4 — Shift Handover (รับส่งเวรดิจิทัล)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บอร์ดผู้บริหารเห็นสถานะเวรทั้ง 10 สถานีสด: ใครรับเวร งานค้าง เหตุการณ์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ปุ่ม ดึงค่าสด — เติมค่าจาก SCADA เข้าสมุดเวรอัตโนมัติ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ปุ่ม พิมพ์บันทึกเวร — สร้างใบส่ง-รับเวรทั้งระบบ พิมพ์/บันทึก PDF ได้ทันที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งานค้างยกยอดข้ามเวรอัตโนมัติ ไม่มีตกหล่น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จุดเด่น 5 — KM Library (คลังองค์ความรู้)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ความรู้จากงานจริง 42+ เรื่อง: ปรัชญาระบบ · ไฮดรอลิก · SCADA/RTU/RCV · การจัดการวิกฤต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เจ้าหน้าที่เพิ่ม/ค้น/กรองตามหมวดได้เอง และส่งออกให้ผู้ดูแลรวมเข้าคลังกลาง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เปลี่ยนความรู้ในตัวคนให้เป็นสินทรัพย์ขององค์กร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ความปลอดภัยข้อมูล — ออกแบบไว้ตั้งแต่ต้น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ค่าจริงจาก SCADA แสดงเฉพาะเมื่ออยู่ในเครือข่าย MWA เท่านั้น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เว็บสาธารณะไม่เก็บค่า SCADA จริงไว้ในไฟล์ — ภายนอกเห็นเพียงโครงหน้า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ดึงค่าสดด้วยโค้ดฝั่งผู้ใช้ ไม่มีการนำข้อมูลภายในออกสู่ภายนอก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แสดงสถานะ ค่าสด/Snapshot ชัดทุกหน้า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เชิงเทคนิค — เบา ยืดหยุ่น พร้อมใช้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ทั้งเว็บอยู่ในไฟล์เดียว ไม่ต้องติดตั้งเซิร์ฟเวอร์/ฐานข้อมูล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ทุกอุปกรณ์ · โหมดมืด-สว่าง · ซ่อนเมนูได้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วางบน GitHub Pages หรือในอินทราเน็ตเพื่อค่าสดเต็มรูปแบบ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อัปเดตแล้วเผยแพร่ใน 1–2 นาที · เชื่อม SCADA ด้วย endpoint เดียวกับจอจริง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โรดแมป — ก้าวต่อไป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ระบบแจ้งเตือนอัตโนมัติ (Alert): ถังต่ำวิกฤต/ใกล้ล้น/จ่ายออก&gt;รับเข้า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กราฟย้อนหลัง (sparkline) ระดับถัง 24 ชม. ในการ์ดสถานี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เชื่อม MQTT รับแจ้งเตือน RTU และ Acknowledge จากในเว็บ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วางระบบในอินทราเน็ต/Smart Map เพื่อใช้ค่าสดเต็มรูปแบบ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ยืนยันข้อมูลบางส่วนกับ กคจ. ให้เป็นทางการ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th-TH" sz="3600" b="1" dirty="0">
                <a:solidFill>
                  <a:srgbClr val="1C5CAB"/>
                </a:solidFill>
              </a:rPr>
              <a:t>สรุป — จอเดียว เห็นทั้งระบบ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th-TH" sz="2000" dirty="0"/>
              <a:t>รวมความรู้ · เห็นค่าสด · เฝ้าระวัง · รับส่งเวร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พร้อมใช้จริงแล้ววันนี้ และต่อยอดได้อีกมาก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tigerswp818-star.github.io/water-km-dashboard</a:t>
            </a:r>
          </a:p>
          <a:p>
            <a:pPr marL="342900" indent="-342900">
              <a:buFont typeface="Arial"/>
              <a:buChar char="•"/>
            </a:pPr>
            <a:r>
              <a:rPr lang="th-TH" sz="2000" dirty="0"/>
              <a:t>ขอบคุณครับ — ยินดีรับข้อเสนอแนะ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B3A"/>
      </a:dk2>
      <a:lt2>
        <a:srgbClr val="EEF3F6"/>
      </a:lt2>
      <a:accent1>
        <a:srgbClr val="2A78D6"/>
      </a:accent1>
      <a:accent2>
        <a:srgbClr val="1BAF7A"/>
      </a:accent2>
      <a:accent3>
        <a:srgbClr val="EDA100"/>
      </a:accent3>
      <a:accent4>
        <a:srgbClr val="CE3737"/>
      </a:accent4>
      <a:accent5>
        <a:srgbClr val="1C5CAB"/>
      </a:accent5>
      <a:accent6>
        <a:srgbClr val="B06FE6"/>
      </a:accent6>
      <a:hlink>
        <a:srgbClr val="2A78D6"/>
      </a:hlink>
      <a:folHlink>
        <a:srgbClr val="1C5CAB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